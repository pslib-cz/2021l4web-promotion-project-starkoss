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8" r:id="rId6"/>
    <p:sldId id="257" r:id="rId7"/>
    <p:sldId id="260" r:id="rId8"/>
    <p:sldId id="259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D69DFC-02ED-4ED7-9F32-D5785BFD841E}" type="doc">
      <dgm:prSet loTypeId="urn:microsoft.com/office/officeart/2005/8/layout/cycle8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A4DA5AE-5374-46B1-B0DC-B8E1469D3C4F}">
      <dgm:prSet/>
      <dgm:spPr/>
      <dgm:t>
        <a:bodyPr/>
        <a:lstStyle/>
        <a:p>
          <a:r>
            <a:rPr lang="cs-CZ"/>
            <a:t>Osoby 18-45 let</a:t>
          </a:r>
          <a:endParaRPr lang="en-US"/>
        </a:p>
      </dgm:t>
    </dgm:pt>
    <dgm:pt modelId="{2C3BA232-7E2E-41E5-B1D3-55E39FB25CAA}" type="parTrans" cxnId="{4A8221AB-8E5B-4CA7-93A5-B8B9A443319F}">
      <dgm:prSet/>
      <dgm:spPr/>
      <dgm:t>
        <a:bodyPr/>
        <a:lstStyle/>
        <a:p>
          <a:endParaRPr lang="en-US"/>
        </a:p>
      </dgm:t>
    </dgm:pt>
    <dgm:pt modelId="{A1241D1A-9CDA-4288-96EE-4525B879E4F4}" type="sibTrans" cxnId="{4A8221AB-8E5B-4CA7-93A5-B8B9A443319F}">
      <dgm:prSet/>
      <dgm:spPr/>
      <dgm:t>
        <a:bodyPr/>
        <a:lstStyle/>
        <a:p>
          <a:endParaRPr lang="en-US"/>
        </a:p>
      </dgm:t>
    </dgm:pt>
    <dgm:pt modelId="{FA711884-02FF-4A39-8B00-E2FDB8A740BA}">
      <dgm:prSet/>
      <dgm:spPr/>
      <dgm:t>
        <a:bodyPr/>
        <a:lstStyle/>
        <a:p>
          <a:r>
            <a:rPr lang="cs-CZ" dirty="0"/>
            <a:t>Zájem o vaření , DIY</a:t>
          </a:r>
          <a:endParaRPr lang="en-US" dirty="0"/>
        </a:p>
      </dgm:t>
    </dgm:pt>
    <dgm:pt modelId="{7670D304-9C72-4521-B52B-F4C16366F39C}" type="parTrans" cxnId="{D679EF99-E71F-4F1B-8B3B-D4C7948B41FE}">
      <dgm:prSet/>
      <dgm:spPr/>
      <dgm:t>
        <a:bodyPr/>
        <a:lstStyle/>
        <a:p>
          <a:endParaRPr lang="en-US"/>
        </a:p>
      </dgm:t>
    </dgm:pt>
    <dgm:pt modelId="{4A9159F6-BA24-4752-9604-D83C37F5EA53}" type="sibTrans" cxnId="{D679EF99-E71F-4F1B-8B3B-D4C7948B41FE}">
      <dgm:prSet/>
      <dgm:spPr/>
      <dgm:t>
        <a:bodyPr/>
        <a:lstStyle/>
        <a:p>
          <a:endParaRPr lang="en-US"/>
        </a:p>
      </dgm:t>
    </dgm:pt>
    <dgm:pt modelId="{32BC3744-4775-4493-8965-0A72FF8F4AAC}">
      <dgm:prSet/>
      <dgm:spPr/>
      <dgm:t>
        <a:bodyPr/>
        <a:lstStyle/>
        <a:p>
          <a:r>
            <a:rPr lang="cs-CZ"/>
            <a:t>Místní odbyt – LK</a:t>
          </a:r>
          <a:endParaRPr lang="en-US"/>
        </a:p>
      </dgm:t>
    </dgm:pt>
    <dgm:pt modelId="{C024D9D7-D607-4F55-9391-C0D3693C72A6}" type="parTrans" cxnId="{296624A6-FFD8-4F71-8FF0-0AE6DFAE0322}">
      <dgm:prSet/>
      <dgm:spPr/>
      <dgm:t>
        <a:bodyPr/>
        <a:lstStyle/>
        <a:p>
          <a:endParaRPr lang="en-US"/>
        </a:p>
      </dgm:t>
    </dgm:pt>
    <dgm:pt modelId="{452B8E8E-58A1-4409-8B38-1BCFCB59F754}" type="sibTrans" cxnId="{296624A6-FFD8-4F71-8FF0-0AE6DFAE0322}">
      <dgm:prSet/>
      <dgm:spPr/>
      <dgm:t>
        <a:bodyPr/>
        <a:lstStyle/>
        <a:p>
          <a:endParaRPr lang="en-US"/>
        </a:p>
      </dgm:t>
    </dgm:pt>
    <dgm:pt modelId="{3D1AAD50-65C4-45C7-AA06-47DBE7A4BD16}">
      <dgm:prSet/>
      <dgm:spPr/>
      <dgm:t>
        <a:bodyPr/>
        <a:lstStyle/>
        <a:p>
          <a:r>
            <a:rPr lang="cs-CZ"/>
            <a:t>Facebook – tematické skupiny, příspěvky</a:t>
          </a:r>
          <a:endParaRPr lang="en-US"/>
        </a:p>
      </dgm:t>
    </dgm:pt>
    <dgm:pt modelId="{B1E8BE64-6802-4AAE-9C58-A993B09D3539}" type="parTrans" cxnId="{AC262B01-5D27-4D05-9287-75FFB8826016}">
      <dgm:prSet/>
      <dgm:spPr/>
      <dgm:t>
        <a:bodyPr/>
        <a:lstStyle/>
        <a:p>
          <a:endParaRPr lang="en-US"/>
        </a:p>
      </dgm:t>
    </dgm:pt>
    <dgm:pt modelId="{9D22A98C-2A03-4514-9D7B-0D9FE13F2F1D}" type="sibTrans" cxnId="{AC262B01-5D27-4D05-9287-75FFB8826016}">
      <dgm:prSet/>
      <dgm:spPr/>
      <dgm:t>
        <a:bodyPr/>
        <a:lstStyle/>
        <a:p>
          <a:endParaRPr lang="en-US"/>
        </a:p>
      </dgm:t>
    </dgm:pt>
    <dgm:pt modelId="{5A055333-6AA4-4B24-9EA3-E29A8A837486}">
      <dgm:prSet/>
      <dgm:spPr/>
      <dgm:t>
        <a:bodyPr/>
        <a:lstStyle/>
        <a:p>
          <a:r>
            <a:rPr lang="cs-CZ"/>
            <a:t>Instagram – pomoc hashtagů, reklama</a:t>
          </a:r>
          <a:endParaRPr lang="en-US"/>
        </a:p>
      </dgm:t>
    </dgm:pt>
    <dgm:pt modelId="{5967DCAD-B3B3-4716-880B-97D7A2947C0C}" type="parTrans" cxnId="{81EC8262-EFBA-435F-A06A-D3198CBBCE29}">
      <dgm:prSet/>
      <dgm:spPr/>
      <dgm:t>
        <a:bodyPr/>
        <a:lstStyle/>
        <a:p>
          <a:endParaRPr lang="en-US"/>
        </a:p>
      </dgm:t>
    </dgm:pt>
    <dgm:pt modelId="{D6C7A174-46FA-419F-965B-6A61B6F5EA0A}" type="sibTrans" cxnId="{81EC8262-EFBA-435F-A06A-D3198CBBCE29}">
      <dgm:prSet/>
      <dgm:spPr/>
      <dgm:t>
        <a:bodyPr/>
        <a:lstStyle/>
        <a:p>
          <a:endParaRPr lang="en-US"/>
        </a:p>
      </dgm:t>
    </dgm:pt>
    <dgm:pt modelId="{8A0B4A49-FB28-4B7A-98A2-20059D97AF62}" type="pres">
      <dgm:prSet presAssocID="{DDD69DFC-02ED-4ED7-9F32-D5785BFD841E}" presName="compositeShape" presStyleCnt="0">
        <dgm:presLayoutVars>
          <dgm:chMax val="7"/>
          <dgm:dir/>
          <dgm:resizeHandles val="exact"/>
        </dgm:presLayoutVars>
      </dgm:prSet>
      <dgm:spPr/>
    </dgm:pt>
    <dgm:pt modelId="{BF6D57EC-43FC-4856-ADE3-64E78981FF30}" type="pres">
      <dgm:prSet presAssocID="{DDD69DFC-02ED-4ED7-9F32-D5785BFD841E}" presName="wedge1" presStyleLbl="node1" presStyleIdx="0" presStyleCnt="5"/>
      <dgm:spPr/>
    </dgm:pt>
    <dgm:pt modelId="{54A954D1-969C-4E6A-8F14-D35514E6322A}" type="pres">
      <dgm:prSet presAssocID="{DDD69DFC-02ED-4ED7-9F32-D5785BFD841E}" presName="dummy1a" presStyleCnt="0"/>
      <dgm:spPr/>
    </dgm:pt>
    <dgm:pt modelId="{BA6C0879-398F-4AAE-8AE3-5537F9403D1B}" type="pres">
      <dgm:prSet presAssocID="{DDD69DFC-02ED-4ED7-9F32-D5785BFD841E}" presName="dummy1b" presStyleCnt="0"/>
      <dgm:spPr/>
    </dgm:pt>
    <dgm:pt modelId="{BC9367CE-5DD9-47AE-95E3-C4FECD5C9715}" type="pres">
      <dgm:prSet presAssocID="{DDD69DFC-02ED-4ED7-9F32-D5785BFD841E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7E306FF-6D7A-445A-B43C-6116A44A7A19}" type="pres">
      <dgm:prSet presAssocID="{DDD69DFC-02ED-4ED7-9F32-D5785BFD841E}" presName="wedge2" presStyleLbl="node1" presStyleIdx="1" presStyleCnt="5"/>
      <dgm:spPr/>
    </dgm:pt>
    <dgm:pt modelId="{C2B12735-7EED-4D30-9E81-7786F1B68D54}" type="pres">
      <dgm:prSet presAssocID="{DDD69DFC-02ED-4ED7-9F32-D5785BFD841E}" presName="dummy2a" presStyleCnt="0"/>
      <dgm:spPr/>
    </dgm:pt>
    <dgm:pt modelId="{0CA7290D-2C7D-4F03-A61C-A21167F08798}" type="pres">
      <dgm:prSet presAssocID="{DDD69DFC-02ED-4ED7-9F32-D5785BFD841E}" presName="dummy2b" presStyleCnt="0"/>
      <dgm:spPr/>
    </dgm:pt>
    <dgm:pt modelId="{1FC40578-9989-498F-9CBA-29FAE5484007}" type="pres">
      <dgm:prSet presAssocID="{DDD69DFC-02ED-4ED7-9F32-D5785BFD841E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80C98564-ECF1-40B4-B81C-88CC098496CE}" type="pres">
      <dgm:prSet presAssocID="{DDD69DFC-02ED-4ED7-9F32-D5785BFD841E}" presName="wedge3" presStyleLbl="node1" presStyleIdx="2" presStyleCnt="5"/>
      <dgm:spPr/>
    </dgm:pt>
    <dgm:pt modelId="{D335238C-B007-42B1-BC12-96D7265A33AB}" type="pres">
      <dgm:prSet presAssocID="{DDD69DFC-02ED-4ED7-9F32-D5785BFD841E}" presName="dummy3a" presStyleCnt="0"/>
      <dgm:spPr/>
    </dgm:pt>
    <dgm:pt modelId="{E9A456D2-0CAC-4EA8-ADB2-D210F7E7A9F2}" type="pres">
      <dgm:prSet presAssocID="{DDD69DFC-02ED-4ED7-9F32-D5785BFD841E}" presName="dummy3b" presStyleCnt="0"/>
      <dgm:spPr/>
    </dgm:pt>
    <dgm:pt modelId="{7CE157EF-4ECE-4C5F-8326-7EB0513CAD63}" type="pres">
      <dgm:prSet presAssocID="{DDD69DFC-02ED-4ED7-9F32-D5785BFD841E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1F58DA4-C5E8-42AF-9874-CE98509A404A}" type="pres">
      <dgm:prSet presAssocID="{DDD69DFC-02ED-4ED7-9F32-D5785BFD841E}" presName="wedge4" presStyleLbl="node1" presStyleIdx="3" presStyleCnt="5"/>
      <dgm:spPr/>
    </dgm:pt>
    <dgm:pt modelId="{90AB738B-91E5-48A2-AF22-7142D4395C41}" type="pres">
      <dgm:prSet presAssocID="{DDD69DFC-02ED-4ED7-9F32-D5785BFD841E}" presName="dummy4a" presStyleCnt="0"/>
      <dgm:spPr/>
    </dgm:pt>
    <dgm:pt modelId="{087EC9A7-A82B-438B-841E-E6364C6AEAD1}" type="pres">
      <dgm:prSet presAssocID="{DDD69DFC-02ED-4ED7-9F32-D5785BFD841E}" presName="dummy4b" presStyleCnt="0"/>
      <dgm:spPr/>
    </dgm:pt>
    <dgm:pt modelId="{828E0B83-6414-4D0B-814C-07EC5A342072}" type="pres">
      <dgm:prSet presAssocID="{DDD69DFC-02ED-4ED7-9F32-D5785BFD841E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ACB74669-551D-4C01-9921-80351D50B0E3}" type="pres">
      <dgm:prSet presAssocID="{DDD69DFC-02ED-4ED7-9F32-D5785BFD841E}" presName="wedge5" presStyleLbl="node1" presStyleIdx="4" presStyleCnt="5"/>
      <dgm:spPr/>
    </dgm:pt>
    <dgm:pt modelId="{941B8722-CE6C-44DB-9856-B86C37DDE58E}" type="pres">
      <dgm:prSet presAssocID="{DDD69DFC-02ED-4ED7-9F32-D5785BFD841E}" presName="dummy5a" presStyleCnt="0"/>
      <dgm:spPr/>
    </dgm:pt>
    <dgm:pt modelId="{F3933D49-412C-44CC-9F11-5B7F2C717B11}" type="pres">
      <dgm:prSet presAssocID="{DDD69DFC-02ED-4ED7-9F32-D5785BFD841E}" presName="dummy5b" presStyleCnt="0"/>
      <dgm:spPr/>
    </dgm:pt>
    <dgm:pt modelId="{02065CC6-A864-4DB6-83F3-E3DC093E8FF3}" type="pres">
      <dgm:prSet presAssocID="{DDD69DFC-02ED-4ED7-9F32-D5785BFD841E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A16001E8-A106-4AEF-804A-40B13C288313}" type="pres">
      <dgm:prSet presAssocID="{A1241D1A-9CDA-4288-96EE-4525B879E4F4}" presName="arrowWedge1" presStyleLbl="fgSibTrans2D1" presStyleIdx="0" presStyleCnt="5"/>
      <dgm:spPr/>
    </dgm:pt>
    <dgm:pt modelId="{81941850-EB0B-4EE9-BA2F-91D10AFDC22B}" type="pres">
      <dgm:prSet presAssocID="{4A9159F6-BA24-4752-9604-D83C37F5EA53}" presName="arrowWedge2" presStyleLbl="fgSibTrans2D1" presStyleIdx="1" presStyleCnt="5"/>
      <dgm:spPr/>
    </dgm:pt>
    <dgm:pt modelId="{1F89741D-4F8C-4ED3-9DA2-5CCA893DFFB6}" type="pres">
      <dgm:prSet presAssocID="{452B8E8E-58A1-4409-8B38-1BCFCB59F754}" presName="arrowWedge3" presStyleLbl="fgSibTrans2D1" presStyleIdx="2" presStyleCnt="5"/>
      <dgm:spPr/>
    </dgm:pt>
    <dgm:pt modelId="{82BD03FA-099A-4A26-B713-28B74013B8CC}" type="pres">
      <dgm:prSet presAssocID="{9D22A98C-2A03-4514-9D7B-0D9FE13F2F1D}" presName="arrowWedge4" presStyleLbl="fgSibTrans2D1" presStyleIdx="3" presStyleCnt="5"/>
      <dgm:spPr/>
    </dgm:pt>
    <dgm:pt modelId="{4234672C-4952-4C38-9905-C1F4F2E8FE51}" type="pres">
      <dgm:prSet presAssocID="{D6C7A174-46FA-419F-965B-6A61B6F5EA0A}" presName="arrowWedge5" presStyleLbl="fgSibTrans2D1" presStyleIdx="4" presStyleCnt="5"/>
      <dgm:spPr/>
    </dgm:pt>
  </dgm:ptLst>
  <dgm:cxnLst>
    <dgm:cxn modelId="{AC262B01-5D27-4D05-9287-75FFB8826016}" srcId="{DDD69DFC-02ED-4ED7-9F32-D5785BFD841E}" destId="{3D1AAD50-65C4-45C7-AA06-47DBE7A4BD16}" srcOrd="3" destOrd="0" parTransId="{B1E8BE64-6802-4AAE-9C58-A993B09D3539}" sibTransId="{9D22A98C-2A03-4514-9D7B-0D9FE13F2F1D}"/>
    <dgm:cxn modelId="{6AD4D004-4755-466C-B7D9-2EADC0044806}" type="presOf" srcId="{FA711884-02FF-4A39-8B00-E2FDB8A740BA}" destId="{77E306FF-6D7A-445A-B43C-6116A44A7A19}" srcOrd="0" destOrd="0" presId="urn:microsoft.com/office/officeart/2005/8/layout/cycle8"/>
    <dgm:cxn modelId="{4772F01A-6C05-4BBF-A6FF-675C5BF9152D}" type="presOf" srcId="{3D1AAD50-65C4-45C7-AA06-47DBE7A4BD16}" destId="{828E0B83-6414-4D0B-814C-07EC5A342072}" srcOrd="1" destOrd="0" presId="urn:microsoft.com/office/officeart/2005/8/layout/cycle8"/>
    <dgm:cxn modelId="{DEC70D5F-69DC-4F36-8160-5D2BD59CC4E4}" type="presOf" srcId="{32BC3744-4775-4493-8965-0A72FF8F4AAC}" destId="{7CE157EF-4ECE-4C5F-8326-7EB0513CAD63}" srcOrd="1" destOrd="0" presId="urn:microsoft.com/office/officeart/2005/8/layout/cycle8"/>
    <dgm:cxn modelId="{81EC8262-EFBA-435F-A06A-D3198CBBCE29}" srcId="{DDD69DFC-02ED-4ED7-9F32-D5785BFD841E}" destId="{5A055333-6AA4-4B24-9EA3-E29A8A837486}" srcOrd="4" destOrd="0" parTransId="{5967DCAD-B3B3-4716-880B-97D7A2947C0C}" sibTransId="{D6C7A174-46FA-419F-965B-6A61B6F5EA0A}"/>
    <dgm:cxn modelId="{20582368-5C91-42BF-A3B3-1F61EC700E4B}" type="presOf" srcId="{FA711884-02FF-4A39-8B00-E2FDB8A740BA}" destId="{1FC40578-9989-498F-9CBA-29FAE5484007}" srcOrd="1" destOrd="0" presId="urn:microsoft.com/office/officeart/2005/8/layout/cycle8"/>
    <dgm:cxn modelId="{AEA4BC7A-8B36-481C-8A2B-D3D2E24E06FC}" type="presOf" srcId="{DDD69DFC-02ED-4ED7-9F32-D5785BFD841E}" destId="{8A0B4A49-FB28-4B7A-98A2-20059D97AF62}" srcOrd="0" destOrd="0" presId="urn:microsoft.com/office/officeart/2005/8/layout/cycle8"/>
    <dgm:cxn modelId="{B9AE6288-3636-4331-898E-AFA5803DDDC9}" type="presOf" srcId="{5A055333-6AA4-4B24-9EA3-E29A8A837486}" destId="{ACB74669-551D-4C01-9921-80351D50B0E3}" srcOrd="0" destOrd="0" presId="urn:microsoft.com/office/officeart/2005/8/layout/cycle8"/>
    <dgm:cxn modelId="{DBD7A392-7DA8-4FD3-8A8A-19BC9FC3ABCA}" type="presOf" srcId="{8A4DA5AE-5374-46B1-B0DC-B8E1469D3C4F}" destId="{BC9367CE-5DD9-47AE-95E3-C4FECD5C9715}" srcOrd="1" destOrd="0" presId="urn:microsoft.com/office/officeart/2005/8/layout/cycle8"/>
    <dgm:cxn modelId="{D679EF99-E71F-4F1B-8B3B-D4C7948B41FE}" srcId="{DDD69DFC-02ED-4ED7-9F32-D5785BFD841E}" destId="{FA711884-02FF-4A39-8B00-E2FDB8A740BA}" srcOrd="1" destOrd="0" parTransId="{7670D304-9C72-4521-B52B-F4C16366F39C}" sibTransId="{4A9159F6-BA24-4752-9604-D83C37F5EA53}"/>
    <dgm:cxn modelId="{95DD469A-D58D-466A-BB03-33A3E2A0E26C}" type="presOf" srcId="{8A4DA5AE-5374-46B1-B0DC-B8E1469D3C4F}" destId="{BF6D57EC-43FC-4856-ADE3-64E78981FF30}" srcOrd="0" destOrd="0" presId="urn:microsoft.com/office/officeart/2005/8/layout/cycle8"/>
    <dgm:cxn modelId="{868267A1-1BE1-4879-A4FA-88BED4B289C1}" type="presOf" srcId="{5A055333-6AA4-4B24-9EA3-E29A8A837486}" destId="{02065CC6-A864-4DB6-83F3-E3DC093E8FF3}" srcOrd="1" destOrd="0" presId="urn:microsoft.com/office/officeart/2005/8/layout/cycle8"/>
    <dgm:cxn modelId="{296624A6-FFD8-4F71-8FF0-0AE6DFAE0322}" srcId="{DDD69DFC-02ED-4ED7-9F32-D5785BFD841E}" destId="{32BC3744-4775-4493-8965-0A72FF8F4AAC}" srcOrd="2" destOrd="0" parTransId="{C024D9D7-D607-4F55-9391-C0D3693C72A6}" sibTransId="{452B8E8E-58A1-4409-8B38-1BCFCB59F754}"/>
    <dgm:cxn modelId="{4A8221AB-8E5B-4CA7-93A5-B8B9A443319F}" srcId="{DDD69DFC-02ED-4ED7-9F32-D5785BFD841E}" destId="{8A4DA5AE-5374-46B1-B0DC-B8E1469D3C4F}" srcOrd="0" destOrd="0" parTransId="{2C3BA232-7E2E-41E5-B1D3-55E39FB25CAA}" sibTransId="{A1241D1A-9CDA-4288-96EE-4525B879E4F4}"/>
    <dgm:cxn modelId="{B0C21DC1-64F1-4A74-ADC0-B582A2DA0A70}" type="presOf" srcId="{3D1AAD50-65C4-45C7-AA06-47DBE7A4BD16}" destId="{B1F58DA4-C5E8-42AF-9874-CE98509A404A}" srcOrd="0" destOrd="0" presId="urn:microsoft.com/office/officeart/2005/8/layout/cycle8"/>
    <dgm:cxn modelId="{BFCA8EDD-A8A3-45FD-A483-6FC34D79155F}" type="presOf" srcId="{32BC3744-4775-4493-8965-0A72FF8F4AAC}" destId="{80C98564-ECF1-40B4-B81C-88CC098496CE}" srcOrd="0" destOrd="0" presId="urn:microsoft.com/office/officeart/2005/8/layout/cycle8"/>
    <dgm:cxn modelId="{6BF95B41-4427-4BC8-84F4-E9371F04010C}" type="presParOf" srcId="{8A0B4A49-FB28-4B7A-98A2-20059D97AF62}" destId="{BF6D57EC-43FC-4856-ADE3-64E78981FF30}" srcOrd="0" destOrd="0" presId="urn:microsoft.com/office/officeart/2005/8/layout/cycle8"/>
    <dgm:cxn modelId="{445CC1F6-2E1F-4EEF-BA80-885842EE7C8C}" type="presParOf" srcId="{8A0B4A49-FB28-4B7A-98A2-20059D97AF62}" destId="{54A954D1-969C-4E6A-8F14-D35514E6322A}" srcOrd="1" destOrd="0" presId="urn:microsoft.com/office/officeart/2005/8/layout/cycle8"/>
    <dgm:cxn modelId="{C97F956A-2CD7-40FD-96C7-9FE84E819DC9}" type="presParOf" srcId="{8A0B4A49-FB28-4B7A-98A2-20059D97AF62}" destId="{BA6C0879-398F-4AAE-8AE3-5537F9403D1B}" srcOrd="2" destOrd="0" presId="urn:microsoft.com/office/officeart/2005/8/layout/cycle8"/>
    <dgm:cxn modelId="{9E7EA4D0-96F2-4F53-A79E-9A057CE2ECF7}" type="presParOf" srcId="{8A0B4A49-FB28-4B7A-98A2-20059D97AF62}" destId="{BC9367CE-5DD9-47AE-95E3-C4FECD5C9715}" srcOrd="3" destOrd="0" presId="urn:microsoft.com/office/officeart/2005/8/layout/cycle8"/>
    <dgm:cxn modelId="{2165C9C4-D9A6-4E2D-BDD3-D975203D7B98}" type="presParOf" srcId="{8A0B4A49-FB28-4B7A-98A2-20059D97AF62}" destId="{77E306FF-6D7A-445A-B43C-6116A44A7A19}" srcOrd="4" destOrd="0" presId="urn:microsoft.com/office/officeart/2005/8/layout/cycle8"/>
    <dgm:cxn modelId="{93A8AEA6-3F35-4ACA-A1A8-780BAE934858}" type="presParOf" srcId="{8A0B4A49-FB28-4B7A-98A2-20059D97AF62}" destId="{C2B12735-7EED-4D30-9E81-7786F1B68D54}" srcOrd="5" destOrd="0" presId="urn:microsoft.com/office/officeart/2005/8/layout/cycle8"/>
    <dgm:cxn modelId="{6CFA7382-C9E0-4626-A03A-D287CD7A1EC1}" type="presParOf" srcId="{8A0B4A49-FB28-4B7A-98A2-20059D97AF62}" destId="{0CA7290D-2C7D-4F03-A61C-A21167F08798}" srcOrd="6" destOrd="0" presId="urn:microsoft.com/office/officeart/2005/8/layout/cycle8"/>
    <dgm:cxn modelId="{D97B25A6-1BB2-4B95-8D06-9192C0CA2AB3}" type="presParOf" srcId="{8A0B4A49-FB28-4B7A-98A2-20059D97AF62}" destId="{1FC40578-9989-498F-9CBA-29FAE5484007}" srcOrd="7" destOrd="0" presId="urn:microsoft.com/office/officeart/2005/8/layout/cycle8"/>
    <dgm:cxn modelId="{7EB421DD-C1EC-4B34-8F24-EBCA3AD16E20}" type="presParOf" srcId="{8A0B4A49-FB28-4B7A-98A2-20059D97AF62}" destId="{80C98564-ECF1-40B4-B81C-88CC098496CE}" srcOrd="8" destOrd="0" presId="urn:microsoft.com/office/officeart/2005/8/layout/cycle8"/>
    <dgm:cxn modelId="{A6D81B0D-B472-4D7A-B836-3B7842DC35AF}" type="presParOf" srcId="{8A0B4A49-FB28-4B7A-98A2-20059D97AF62}" destId="{D335238C-B007-42B1-BC12-96D7265A33AB}" srcOrd="9" destOrd="0" presId="urn:microsoft.com/office/officeart/2005/8/layout/cycle8"/>
    <dgm:cxn modelId="{50D415F1-7BD1-44D1-BC5D-CFBA68B0102D}" type="presParOf" srcId="{8A0B4A49-FB28-4B7A-98A2-20059D97AF62}" destId="{E9A456D2-0CAC-4EA8-ADB2-D210F7E7A9F2}" srcOrd="10" destOrd="0" presId="urn:microsoft.com/office/officeart/2005/8/layout/cycle8"/>
    <dgm:cxn modelId="{FEEB5163-4D31-4EF2-A0D9-9051DC213A44}" type="presParOf" srcId="{8A0B4A49-FB28-4B7A-98A2-20059D97AF62}" destId="{7CE157EF-4ECE-4C5F-8326-7EB0513CAD63}" srcOrd="11" destOrd="0" presId="urn:microsoft.com/office/officeart/2005/8/layout/cycle8"/>
    <dgm:cxn modelId="{7BC96485-BD07-4071-B08B-E33F77110BBD}" type="presParOf" srcId="{8A0B4A49-FB28-4B7A-98A2-20059D97AF62}" destId="{B1F58DA4-C5E8-42AF-9874-CE98509A404A}" srcOrd="12" destOrd="0" presId="urn:microsoft.com/office/officeart/2005/8/layout/cycle8"/>
    <dgm:cxn modelId="{76864F05-0512-42EE-91D8-6BF15EE92E00}" type="presParOf" srcId="{8A0B4A49-FB28-4B7A-98A2-20059D97AF62}" destId="{90AB738B-91E5-48A2-AF22-7142D4395C41}" srcOrd="13" destOrd="0" presId="urn:microsoft.com/office/officeart/2005/8/layout/cycle8"/>
    <dgm:cxn modelId="{66B5B41D-41C6-4529-88CB-A8C27E80DBD6}" type="presParOf" srcId="{8A0B4A49-FB28-4B7A-98A2-20059D97AF62}" destId="{087EC9A7-A82B-438B-841E-E6364C6AEAD1}" srcOrd="14" destOrd="0" presId="urn:microsoft.com/office/officeart/2005/8/layout/cycle8"/>
    <dgm:cxn modelId="{33A38F9D-F98D-475C-96E5-D84993D35826}" type="presParOf" srcId="{8A0B4A49-FB28-4B7A-98A2-20059D97AF62}" destId="{828E0B83-6414-4D0B-814C-07EC5A342072}" srcOrd="15" destOrd="0" presId="urn:microsoft.com/office/officeart/2005/8/layout/cycle8"/>
    <dgm:cxn modelId="{B1925324-0C3F-42A6-984C-9B85968C2C12}" type="presParOf" srcId="{8A0B4A49-FB28-4B7A-98A2-20059D97AF62}" destId="{ACB74669-551D-4C01-9921-80351D50B0E3}" srcOrd="16" destOrd="0" presId="urn:microsoft.com/office/officeart/2005/8/layout/cycle8"/>
    <dgm:cxn modelId="{C3FE0DE2-EE50-4BE7-B8BD-9A35BBA3273C}" type="presParOf" srcId="{8A0B4A49-FB28-4B7A-98A2-20059D97AF62}" destId="{941B8722-CE6C-44DB-9856-B86C37DDE58E}" srcOrd="17" destOrd="0" presId="urn:microsoft.com/office/officeart/2005/8/layout/cycle8"/>
    <dgm:cxn modelId="{32194E23-6435-4287-8FEC-4B89FC13975E}" type="presParOf" srcId="{8A0B4A49-FB28-4B7A-98A2-20059D97AF62}" destId="{F3933D49-412C-44CC-9F11-5B7F2C717B11}" srcOrd="18" destOrd="0" presId="urn:microsoft.com/office/officeart/2005/8/layout/cycle8"/>
    <dgm:cxn modelId="{105E9D32-9D9F-40F8-8813-154BC9B04C39}" type="presParOf" srcId="{8A0B4A49-FB28-4B7A-98A2-20059D97AF62}" destId="{02065CC6-A864-4DB6-83F3-E3DC093E8FF3}" srcOrd="19" destOrd="0" presId="urn:microsoft.com/office/officeart/2005/8/layout/cycle8"/>
    <dgm:cxn modelId="{D4B97B13-1096-4303-8702-C0E2ED47EB49}" type="presParOf" srcId="{8A0B4A49-FB28-4B7A-98A2-20059D97AF62}" destId="{A16001E8-A106-4AEF-804A-40B13C288313}" srcOrd="20" destOrd="0" presId="urn:microsoft.com/office/officeart/2005/8/layout/cycle8"/>
    <dgm:cxn modelId="{D8DF5623-0610-4863-97B0-DB52B0D8B6CE}" type="presParOf" srcId="{8A0B4A49-FB28-4B7A-98A2-20059D97AF62}" destId="{81941850-EB0B-4EE9-BA2F-91D10AFDC22B}" srcOrd="21" destOrd="0" presId="urn:microsoft.com/office/officeart/2005/8/layout/cycle8"/>
    <dgm:cxn modelId="{FC9479C5-E738-4169-B576-5A7B8DD7942D}" type="presParOf" srcId="{8A0B4A49-FB28-4B7A-98A2-20059D97AF62}" destId="{1F89741D-4F8C-4ED3-9DA2-5CCA893DFFB6}" srcOrd="22" destOrd="0" presId="urn:microsoft.com/office/officeart/2005/8/layout/cycle8"/>
    <dgm:cxn modelId="{8D8F1E5C-C000-4D0C-88E9-749D1BBE8A3E}" type="presParOf" srcId="{8A0B4A49-FB28-4B7A-98A2-20059D97AF62}" destId="{82BD03FA-099A-4A26-B713-28B74013B8CC}" srcOrd="23" destOrd="0" presId="urn:microsoft.com/office/officeart/2005/8/layout/cycle8"/>
    <dgm:cxn modelId="{67AC165D-CB07-4945-BAF0-EEBF58440534}" type="presParOf" srcId="{8A0B4A49-FB28-4B7A-98A2-20059D97AF62}" destId="{4234672C-4952-4C38-9905-C1F4F2E8FE51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D57EC-43FC-4856-ADE3-64E78981FF30}">
      <dsp:nvSpPr>
        <dsp:cNvPr id="0" name=""/>
        <dsp:cNvSpPr/>
      </dsp:nvSpPr>
      <dsp:spPr>
        <a:xfrm>
          <a:off x="921804" y="345202"/>
          <a:ext cx="4684486" cy="4684486"/>
        </a:xfrm>
        <a:prstGeom prst="pie">
          <a:avLst>
            <a:gd name="adj1" fmla="val 16200000"/>
            <a:gd name="adj2" fmla="val 2052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Osoby 18-45 let</a:t>
          </a:r>
          <a:endParaRPr lang="en-US" sz="1700" kern="1200"/>
        </a:p>
      </dsp:txBody>
      <dsp:txXfrm>
        <a:off x="3365545" y="1132641"/>
        <a:ext cx="1505727" cy="1003818"/>
      </dsp:txXfrm>
    </dsp:sp>
    <dsp:sp modelId="{77E306FF-6D7A-445A-B43C-6116A44A7A19}">
      <dsp:nvSpPr>
        <dsp:cNvPr id="0" name=""/>
        <dsp:cNvSpPr/>
      </dsp:nvSpPr>
      <dsp:spPr>
        <a:xfrm>
          <a:off x="961957" y="470121"/>
          <a:ext cx="4684486" cy="4684486"/>
        </a:xfrm>
        <a:prstGeom prst="pie">
          <a:avLst>
            <a:gd name="adj1" fmla="val 20520000"/>
            <a:gd name="adj2" fmla="val 324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/>
            <a:t>Zájem o vaření , DIY</a:t>
          </a:r>
          <a:endParaRPr lang="en-US" sz="1700" kern="1200" dirty="0"/>
        </a:p>
      </dsp:txBody>
      <dsp:txXfrm>
        <a:off x="3978989" y="2610486"/>
        <a:ext cx="1394192" cy="1115354"/>
      </dsp:txXfrm>
    </dsp:sp>
    <dsp:sp modelId="{80C98564-ECF1-40B4-B81C-88CC098496CE}">
      <dsp:nvSpPr>
        <dsp:cNvPr id="0" name=""/>
        <dsp:cNvSpPr/>
      </dsp:nvSpPr>
      <dsp:spPr>
        <a:xfrm>
          <a:off x="855998" y="547081"/>
          <a:ext cx="4684486" cy="4684486"/>
        </a:xfrm>
        <a:prstGeom prst="pie">
          <a:avLst>
            <a:gd name="adj1" fmla="val 3240000"/>
            <a:gd name="adj2" fmla="val 756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Místní odbyt – LK</a:t>
          </a:r>
          <a:endParaRPr lang="en-US" sz="1700" kern="1200"/>
        </a:p>
      </dsp:txBody>
      <dsp:txXfrm>
        <a:off x="2529029" y="3837375"/>
        <a:ext cx="1338424" cy="1226889"/>
      </dsp:txXfrm>
    </dsp:sp>
    <dsp:sp modelId="{B1F58DA4-C5E8-42AF-9874-CE98509A404A}">
      <dsp:nvSpPr>
        <dsp:cNvPr id="0" name=""/>
        <dsp:cNvSpPr/>
      </dsp:nvSpPr>
      <dsp:spPr>
        <a:xfrm>
          <a:off x="750039" y="470121"/>
          <a:ext cx="4684486" cy="4684486"/>
        </a:xfrm>
        <a:prstGeom prst="pie">
          <a:avLst>
            <a:gd name="adj1" fmla="val 7560000"/>
            <a:gd name="adj2" fmla="val 1188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Facebook – tematické skupiny, příspěvky</a:t>
          </a:r>
          <a:endParaRPr lang="en-US" sz="1700" kern="1200"/>
        </a:p>
      </dsp:txBody>
      <dsp:txXfrm>
        <a:off x="1023301" y="2610486"/>
        <a:ext cx="1394192" cy="1115354"/>
      </dsp:txXfrm>
    </dsp:sp>
    <dsp:sp modelId="{ACB74669-551D-4C01-9921-80351D50B0E3}">
      <dsp:nvSpPr>
        <dsp:cNvPr id="0" name=""/>
        <dsp:cNvSpPr/>
      </dsp:nvSpPr>
      <dsp:spPr>
        <a:xfrm>
          <a:off x="790192" y="345202"/>
          <a:ext cx="4684486" cy="4684486"/>
        </a:xfrm>
        <a:prstGeom prst="pie">
          <a:avLst>
            <a:gd name="adj1" fmla="val 11880000"/>
            <a:gd name="adj2" fmla="val 162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Instagram – pomoc hashtagů, reklama</a:t>
          </a:r>
          <a:endParaRPr lang="en-US" sz="1700" kern="1200"/>
        </a:p>
      </dsp:txBody>
      <dsp:txXfrm>
        <a:off x="1525211" y="1132641"/>
        <a:ext cx="1505727" cy="1003818"/>
      </dsp:txXfrm>
    </dsp:sp>
    <dsp:sp modelId="{A16001E8-A106-4AEF-804A-40B13C288313}">
      <dsp:nvSpPr>
        <dsp:cNvPr id="0" name=""/>
        <dsp:cNvSpPr/>
      </dsp:nvSpPr>
      <dsp:spPr>
        <a:xfrm>
          <a:off x="631591" y="55210"/>
          <a:ext cx="5264470" cy="5264470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41850-EB0B-4EE9-BA2F-91D10AFDC22B}">
      <dsp:nvSpPr>
        <dsp:cNvPr id="0" name=""/>
        <dsp:cNvSpPr/>
      </dsp:nvSpPr>
      <dsp:spPr>
        <a:xfrm>
          <a:off x="672288" y="180088"/>
          <a:ext cx="5264470" cy="5264470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9741D-4F8C-4ED3-9DA2-5CCA893DFFB6}">
      <dsp:nvSpPr>
        <dsp:cNvPr id="0" name=""/>
        <dsp:cNvSpPr/>
      </dsp:nvSpPr>
      <dsp:spPr>
        <a:xfrm>
          <a:off x="566006" y="257283"/>
          <a:ext cx="5264470" cy="5264470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D03FA-099A-4A26-B713-28B74013B8CC}">
      <dsp:nvSpPr>
        <dsp:cNvPr id="0" name=""/>
        <dsp:cNvSpPr/>
      </dsp:nvSpPr>
      <dsp:spPr>
        <a:xfrm>
          <a:off x="459724" y="180088"/>
          <a:ext cx="5264470" cy="5264470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4672C-4952-4C38-9905-C1F4F2E8FE51}">
      <dsp:nvSpPr>
        <dsp:cNvPr id="0" name=""/>
        <dsp:cNvSpPr/>
      </dsp:nvSpPr>
      <dsp:spPr>
        <a:xfrm>
          <a:off x="500421" y="55210"/>
          <a:ext cx="5264470" cy="5264470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709C7-1490-4377-B990-C1E25307D861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B90D5-8BBB-4906-9278-2C0CA9844B5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489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B90D5-8BBB-4906-9278-2C0CA9844B5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74499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75C48D-1541-433B-9072-D99553DCA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61215D-A72E-4863-AEE6-DAB80E34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A4717BC-7DED-46D3-A3B3-8253CCEDF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454ED0-35DB-4EAD-BEE7-2426F260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C8B126F-6814-46C0-A8B7-74AA0676C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154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ABBE1D-62AE-4D1B-92B3-6B921E2C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856B76-5E7D-41C1-A388-98749C0C1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F25703-5983-4DD3-B158-3A651842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7391B5-7C38-4A81-963C-32A6F831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F67D25A-764F-45BF-8CC6-C7462AE0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0257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EB18A0-B585-48FC-9EE7-1A091B54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06AACE9-878F-4DBA-8F69-BEAE0D941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91DED7F-989F-4062-8798-4CB5E7B3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77ECEC-A5EA-4973-A270-21E4EE48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496012D-0CDF-4300-9D19-9C1813E3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9992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A7483A-9B56-47F3-89F0-58796A32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6D9857-7AB3-4BDD-A479-0A0777194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27B5940-622C-4933-8DB0-5548E2C5C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BACC70D-C9AD-47BD-BFB4-B2E8B738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3D5853A-D739-4269-9DA1-961E2F3E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2338534-6013-4B87-A240-8B5479FF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682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F5C90C-65F2-433D-9FCB-67A41082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C03C161-6423-41E2-B96A-D99E3F35C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95A74FD-E9AC-40D4-B6A6-AC049FDC8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58D046B-84DC-452C-96E9-CDB652A46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3B23FA4-D0E4-454F-9538-4B4C5A9D6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49132AD3-129D-44D3-9874-C3CBA71C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C22EF51-D229-4BCB-A515-493FBC65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CCE74F1-6BDC-4974-A0AD-42418CE3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772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D314E3-9CCC-417A-9450-CFD4F0AF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2BC23AB-638E-4801-8F07-4E1B114E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1970837-584C-4DF0-BE00-0D8B966B7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635A0C7-61FF-41D1-8032-C2DE4372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0482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500F4B5-3A4F-4F54-8BF6-E127E244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EDFC26A-37B0-45C3-9977-EDD7D0DBB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DC797F3-481E-4554-AE3C-5D2F2AA7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7218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CD174F-242D-4AF7-8CA8-EFDD141BF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A75FF7-72A4-468D-B591-B1B2B3FC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C151CC9-5582-4662-9463-B025533E2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B5649F9-64A7-4A1A-8400-07F76BE1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E78F9B4-A975-4499-8A81-FA1AF29F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F354B6C-5E7F-41BA-88D1-424ED106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204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3E4595-E54A-487A-9EB4-0148A657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A242F5A-5270-456B-B5C7-D7D6E27E6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13C0E43-68D5-4E28-9DF1-85919EBBD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E2CB610-10D6-4F6F-BDD5-DDEC61CB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3A780A6-6FB9-4A81-981A-D01C62C4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C439CA4-B34B-463F-B3D8-B492067E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629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8F4EBE-8688-4801-AE09-88D60489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F0DAE77-60D7-4D18-90EA-FC311F1B0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37D3B3C-6D3A-40B1-A31F-FA6497EE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DCE2649-25E2-41C3-B17D-3A5FC4D2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F128E4-CE9B-4049-B30A-8258513B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056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8CFB076-EB01-4E90-B640-A57CCE1CB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80FB4FA-DEC5-45C0-A625-320569554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867456B-3735-42A8-878C-2CC98807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86ADF9F-4951-4A0E-A32D-DA81B302A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A25570F-E03F-409C-8C4E-8E290467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991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6BF7B65-D4D1-4471-9896-5CA8E8E73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6DCAEF8-B600-4394-8153-64029F4F5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2EB16A5-8F03-4D1D-8E09-D286A1736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F64B4-3D06-4EEA-B08F-83D97E03602F}" type="datetimeFigureOut">
              <a:rPr lang="cs-CZ" smtClean="0"/>
              <a:t>04.01.2022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AB02789-F1EA-4022-9FFC-FE24BE996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B678A18-70AD-485E-85C0-41D4A9F46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8BA93-1223-47C7-B6F9-585C9CEA57B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6893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D22F7CAF-BD25-4054-8375-866954227C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560" cy="6858000"/>
          </a:xfrm>
          <a:prstGeom prst="rect">
            <a:avLst/>
          </a:prstGeom>
        </p:spPr>
      </p:pic>
      <p:sp>
        <p:nvSpPr>
          <p:cNvPr id="10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D3C1DFA-73F2-48A6-BABA-16BB4AEEB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cs-CZ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Stojan na vajíčka</a:t>
            </a:r>
            <a:r>
              <a:rPr lang="cs-CZ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cs-CZ" sz="3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EGGSCELANCE</a:t>
            </a:r>
            <a:endParaRPr lang="cs-CZ" sz="4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80E6543-E05D-428D-A044-057287B86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r>
              <a:rPr lang="cs-CZ" dirty="0">
                <a:latin typeface="Archivo Black" panose="020B0A03020202020B04" pitchFamily="34" charset="-18"/>
              </a:rPr>
              <a:t>„Elegantní, excelentní“</a:t>
            </a:r>
            <a:endParaRPr lang="cs-CZ" sz="2000" dirty="0">
              <a:latin typeface="Archivo Black" panose="020B0A03020202020B04" pitchFamily="34" charset="-18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89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5C90410-A19D-4002-8B73-CD616E8E0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000" y="376881"/>
            <a:ext cx="5036071" cy="58000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4F7C661-0B18-4E9C-A4B8-AF01E3AD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06" y="704088"/>
            <a:ext cx="4341886" cy="1188720"/>
          </a:xfrm>
        </p:spPr>
        <p:txBody>
          <a:bodyPr>
            <a:normAutofit/>
          </a:bodyPr>
          <a:lstStyle/>
          <a:p>
            <a:r>
              <a:rPr lang="cs-CZ" sz="36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Technické specifikace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D1D94E4-92D2-4104-8C7D-909D4981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06" y="2066544"/>
            <a:ext cx="4341886" cy="3785616"/>
          </a:xfrm>
        </p:spPr>
        <p:txBody>
          <a:bodyPr>
            <a:normAutofit/>
          </a:bodyPr>
          <a:lstStyle/>
          <a:p>
            <a:r>
              <a:rPr lang="cs-CZ" sz="2200" dirty="0">
                <a:solidFill>
                  <a:schemeClr val="bg1"/>
                </a:solidFill>
              </a:rPr>
              <a:t>2 vajíčka</a:t>
            </a:r>
          </a:p>
          <a:p>
            <a:r>
              <a:rPr lang="cs-CZ" sz="2200" dirty="0">
                <a:solidFill>
                  <a:schemeClr val="bg1"/>
                </a:solidFill>
              </a:rPr>
              <a:t>Skořápky</a:t>
            </a:r>
          </a:p>
          <a:p>
            <a:r>
              <a:rPr lang="cs-CZ" sz="2200" dirty="0">
                <a:solidFill>
                  <a:schemeClr val="bg1"/>
                </a:solidFill>
              </a:rPr>
              <a:t>Čajová lžička</a:t>
            </a:r>
          </a:p>
          <a:p>
            <a:r>
              <a:rPr lang="cs-CZ" sz="2200" dirty="0">
                <a:solidFill>
                  <a:schemeClr val="bg1"/>
                </a:solidFill>
              </a:rPr>
              <a:t>Sůl</a:t>
            </a:r>
          </a:p>
          <a:p>
            <a:r>
              <a:rPr lang="cs-CZ" sz="2200" dirty="0">
                <a:solidFill>
                  <a:schemeClr val="bg1"/>
                </a:solidFill>
              </a:rPr>
              <a:t>Pečivo</a:t>
            </a:r>
          </a:p>
          <a:p>
            <a:pPr marL="0" indent="0">
              <a:buNone/>
            </a:pPr>
            <a:r>
              <a:rPr lang="cs-CZ" sz="2200" dirty="0">
                <a:solidFill>
                  <a:schemeClr val="bg1"/>
                </a:solidFill>
              </a:rPr>
              <a:t>------------------------------------------------</a:t>
            </a:r>
          </a:p>
          <a:p>
            <a:r>
              <a:rPr lang="cs-CZ" sz="2200" dirty="0">
                <a:solidFill>
                  <a:schemeClr val="bg1"/>
                </a:solidFill>
              </a:rPr>
              <a:t>Úchyt na přenos</a:t>
            </a:r>
          </a:p>
          <a:p>
            <a:r>
              <a:rPr lang="cs-CZ" sz="2200" dirty="0" err="1">
                <a:solidFill>
                  <a:schemeClr val="bg1"/>
                </a:solidFill>
              </a:rPr>
              <a:t>Rozebíratelnost</a:t>
            </a:r>
            <a:endParaRPr lang="cs-CZ" sz="2200" dirty="0">
              <a:solidFill>
                <a:schemeClr val="bg1"/>
              </a:solidFill>
            </a:endParaRPr>
          </a:p>
          <a:p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76974B0A-4908-40D2-A3DB-00C29C409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498" y="624391"/>
            <a:ext cx="2898208" cy="2318566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155DB145-FFE9-4EEF-A99F-3FCBF9B4A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480" y="624390"/>
            <a:ext cx="2898208" cy="2318566"/>
          </a:xfrm>
          <a:prstGeom prst="rect">
            <a:avLst/>
          </a:prstGeom>
        </p:spPr>
      </p:pic>
      <p:pic>
        <p:nvPicPr>
          <p:cNvPr id="5" name="Zástupný obsah 4" descr="Obsah obrázku budova, stavební materiál&#10;&#10;Popis byl vytvořen automaticky">
            <a:extLst>
              <a:ext uri="{FF2B5EF4-FFF2-40B4-BE49-F238E27FC236}">
                <a16:creationId xmlns:a16="http://schemas.microsoft.com/office/drawing/2014/main" id="{4C02D372-0F17-4559-A01B-3B6DB92532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497" y="3614124"/>
            <a:ext cx="2898208" cy="2318566"/>
          </a:xfrm>
          <a:prstGeom prst="rect">
            <a:avLst/>
          </a:prstGeom>
        </p:spPr>
      </p:pic>
      <p:pic>
        <p:nvPicPr>
          <p:cNvPr id="11" name="Obrázek 10" descr="Obsah obrázku stavební materiál, řezivo&#10;&#10;Popis byl vytvořen automaticky">
            <a:extLst>
              <a:ext uri="{FF2B5EF4-FFF2-40B4-BE49-F238E27FC236}">
                <a16:creationId xmlns:a16="http://schemas.microsoft.com/office/drawing/2014/main" id="{DA36470B-F3A0-4EF0-AB79-7BE0690CE4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03" y="3618689"/>
            <a:ext cx="2886797" cy="230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1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Zástupný obsah 12">
            <a:extLst>
              <a:ext uri="{FF2B5EF4-FFF2-40B4-BE49-F238E27FC236}">
                <a16:creationId xmlns:a16="http://schemas.microsoft.com/office/drawing/2014/main" id="{3F96903F-C8D6-4BE3-8957-DFDA8F07D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54636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94C692-C219-43E7-8D86-98F4E208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Rešerše trhu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C2A7D6-668B-4F7F-B008-99AF6C240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4295043B-695D-4292-BBD6-9499EF5A0F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701593"/>
              </p:ext>
            </p:extLst>
          </p:nvPr>
        </p:nvGraphicFramePr>
        <p:xfrm>
          <a:off x="838200" y="1825625"/>
          <a:ext cx="10520904" cy="3394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Worksheet" r:id="rId3" imgW="5343392" imgH="1723868" progId="Excel.Sheet.12">
                  <p:embed/>
                </p:oleObj>
              </mc:Choice>
              <mc:Fallback>
                <p:oleObj name="Worksheet" r:id="rId3" imgW="5343392" imgH="172386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1825625"/>
                        <a:ext cx="10520904" cy="3394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kt 5">
            <a:extLst>
              <a:ext uri="{FF2B5EF4-FFF2-40B4-BE49-F238E27FC236}">
                <a16:creationId xmlns:a16="http://schemas.microsoft.com/office/drawing/2014/main" id="{91303CF6-7FD2-49C0-BB8D-D2B8AC5F89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098349"/>
              </p:ext>
            </p:extLst>
          </p:nvPr>
        </p:nvGraphicFramePr>
        <p:xfrm>
          <a:off x="833566" y="5646199"/>
          <a:ext cx="10514930" cy="393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Worksheet" r:id="rId5" imgW="5343392" imgH="199907" progId="Excel.Sheet.12">
                  <p:embed/>
                </p:oleObj>
              </mc:Choice>
              <mc:Fallback>
                <p:oleObj name="Worksheet" r:id="rId5" imgW="5343392" imgH="19990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3566" y="5646199"/>
                        <a:ext cx="10514930" cy="393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883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C6F6213-B068-4FD5-9372-79FE9E20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cs-CZ" sz="3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Cílová skupina + reklama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5B9AA785-F980-4B11-A2B9-F7254BA239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342729"/>
              </p:ext>
            </p:extLst>
          </p:nvPr>
        </p:nvGraphicFramePr>
        <p:xfrm>
          <a:off x="4648871" y="637762"/>
          <a:ext cx="6396484" cy="5576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543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Zástupný obsah 4" descr="Obsah obrázku text, hudba, stavební materiál, řezivo&#10;&#10;Popis byl vytvořen automaticky">
            <a:extLst>
              <a:ext uri="{FF2B5EF4-FFF2-40B4-BE49-F238E27FC236}">
                <a16:creationId xmlns:a16="http://schemas.microsoft.com/office/drawing/2014/main" id="{92531369-1696-48A6-8FD4-A907257E7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1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4" descr="Obsah obrázku text&#10;&#10;Popis byl vytvořen automaticky">
            <a:extLst>
              <a:ext uri="{FF2B5EF4-FFF2-40B4-BE49-F238E27FC236}">
                <a16:creationId xmlns:a16="http://schemas.microsoft.com/office/drawing/2014/main" id="{B9AA44A1-E8E0-4919-9A49-89CD1CFEA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11673"/>
            <a:ext cx="10905066" cy="463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45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4" descr="Obsah obrázku text&#10;&#10;Popis byl vytvořen automaticky">
            <a:extLst>
              <a:ext uri="{FF2B5EF4-FFF2-40B4-BE49-F238E27FC236}">
                <a16:creationId xmlns:a16="http://schemas.microsoft.com/office/drawing/2014/main" id="{37640875-9595-4493-94ED-FCBD134735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204" y="643466"/>
            <a:ext cx="898559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1701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6D17D72DADD2048B4A174645749CC6F" ma:contentTypeVersion="3" ma:contentTypeDescription="Vytvoří nový dokument" ma:contentTypeScope="" ma:versionID="9874d0f77b815c5261637390bb2cc251">
  <xsd:schema xmlns:xsd="http://www.w3.org/2001/XMLSchema" xmlns:xs="http://www.w3.org/2001/XMLSchema" xmlns:p="http://schemas.microsoft.com/office/2006/metadata/properties" xmlns:ns3="260442f4-1979-4cee-978e-d642e7cca6d4" targetNamespace="http://schemas.microsoft.com/office/2006/metadata/properties" ma:root="true" ma:fieldsID="3cb065811a524c5fcc8ecee5d3a5f995" ns3:_="">
    <xsd:import namespace="260442f4-1979-4cee-978e-d642e7cca6d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0442f4-1979-4cee-978e-d642e7cca6d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C99712-85E8-45CE-A6E5-8A5FD2BE0E1F}">
  <ds:schemaRefs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260442f4-1979-4cee-978e-d642e7cca6d4"/>
  </ds:schemaRefs>
</ds:datastoreItem>
</file>

<file path=customXml/itemProps2.xml><?xml version="1.0" encoding="utf-8"?>
<ds:datastoreItem xmlns:ds="http://schemas.openxmlformats.org/officeDocument/2006/customXml" ds:itemID="{7DF361DC-4CBF-4D52-8E38-97E869F34F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FF2273-C4FA-4C3E-8ABB-6861963DAA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0442f4-1979-4cee-978e-d642e7cca6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54</Words>
  <Application>Microsoft Office PowerPoint</Application>
  <PresentationFormat>Širokoúhlá obrazovka</PresentationFormat>
  <Paragraphs>19</Paragraphs>
  <Slides>8</Slides>
  <Notes>1</Notes>
  <HiddenSlides>0</HiddenSlides>
  <MMClips>0</MMClips>
  <ScaleCrop>false</ScaleCrop>
  <HeadingPairs>
    <vt:vector size="8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5" baseType="lpstr">
      <vt:lpstr>Archivo Black</vt:lpstr>
      <vt:lpstr>Arial</vt:lpstr>
      <vt:lpstr>Calibri</vt:lpstr>
      <vt:lpstr>Calibri Light</vt:lpstr>
      <vt:lpstr>Roboto</vt:lpstr>
      <vt:lpstr>Motiv Office</vt:lpstr>
      <vt:lpstr>Worksheet</vt:lpstr>
      <vt:lpstr>Stojan na vajíčka EGGSCELANCE</vt:lpstr>
      <vt:lpstr>Technické specifikace</vt:lpstr>
      <vt:lpstr>Prezentace aplikace PowerPoint</vt:lpstr>
      <vt:lpstr>Rešerše trhu</vt:lpstr>
      <vt:lpstr>Cílová skupina + reklama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Stojan na vajíčka EGGSCELANCE</dc:title>
  <dc:creator>Jakub Stárek</dc:creator>
  <cp:lastModifiedBy>Jakub Stárek</cp:lastModifiedBy>
  <cp:revision>4</cp:revision>
  <dcterms:created xsi:type="dcterms:W3CDTF">2022-01-03T15:50:40Z</dcterms:created>
  <dcterms:modified xsi:type="dcterms:W3CDTF">2022-01-04T09:40:48Z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0x01010066D17D72DADD2048B4A174645749CC6F</vt:lpwstr>
  </property>
</Properties>
</file>